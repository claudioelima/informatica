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6" r:id="rId6"/>
    <p:sldId id="258" r:id="rId7"/>
    <p:sldId id="259" r:id="rId8"/>
    <p:sldId id="260" r:id="rId9"/>
    <p:sldId id="261" r:id="rId10"/>
    <p:sldId id="265" r:id="rId11"/>
    <p:sldId id="262" r:id="rId12"/>
    <p:sldId id="263" r:id="rId13"/>
    <p:sldId id="264" r:id="rId14"/>
    <p:sldId id="266" r:id="rId15"/>
    <p:sldId id="267" r:id="rId16"/>
    <p:sldId id="272" r:id="rId17"/>
    <p:sldId id="268" r:id="rId18"/>
    <p:sldId id="269" r:id="rId19"/>
    <p:sldId id="270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71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CE120-5E15-4541-8B9E-8368E4F9FCA3}" v="15" dt="2023-02-27T17:31:16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O ETELVINO DE LIMA" userId="S::claudio.lima42@etec.sp.gov.br::3afd0ffa-6e7e-42c0-9c32-0f478b9340ec" providerId="AD" clId="Web-{C58CE120-5E15-4541-8B9E-8368E4F9FCA3}"/>
    <pc:docChg chg="modSld">
      <pc:chgData name="CLAUDIO ETELVINO DE LIMA" userId="S::claudio.lima42@etec.sp.gov.br::3afd0ffa-6e7e-42c0-9c32-0f478b9340ec" providerId="AD" clId="Web-{C58CE120-5E15-4541-8B9E-8368E4F9FCA3}" dt="2023-02-27T17:31:15.844" v="7" actId="20577"/>
      <pc:docMkLst>
        <pc:docMk/>
      </pc:docMkLst>
      <pc:sldChg chg="addSp modSp">
        <pc:chgData name="CLAUDIO ETELVINO DE LIMA" userId="S::claudio.lima42@etec.sp.gov.br::3afd0ffa-6e7e-42c0-9c32-0f478b9340ec" providerId="AD" clId="Web-{C58CE120-5E15-4541-8B9E-8368E4F9FCA3}" dt="2023-02-27T17:31:15.844" v="7" actId="20577"/>
        <pc:sldMkLst>
          <pc:docMk/>
          <pc:sldMk cId="3708061360" sldId="257"/>
        </pc:sldMkLst>
        <pc:spChg chg="add mod">
          <ac:chgData name="CLAUDIO ETELVINO DE LIMA" userId="S::claudio.lima42@etec.sp.gov.br::3afd0ffa-6e7e-42c0-9c32-0f478b9340ec" providerId="AD" clId="Web-{C58CE120-5E15-4541-8B9E-8368E4F9FCA3}" dt="2023-02-27T17:31:15.844" v="7" actId="20577"/>
          <ac:spMkLst>
            <pc:docMk/>
            <pc:sldMk cId="3708061360" sldId="257"/>
            <ac:spMk id="2" creationId="{AB6B897F-F236-2891-BC46-A8D59AB982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EA3D0-CAF4-2049-E320-6039B98E6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CB4B3D-5616-628E-61B7-23AF29484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54E368-13BD-06A7-01D2-1BF0A93D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E7FDC9-41F1-A61A-86FB-E713C06D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13DCA5-1F92-0AA2-A573-5A2504EC6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04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91E6E-0C5E-FA4B-88AE-7B8CF198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2BDFA7-586A-AF95-902B-45D0C9A91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C1EB1-E31C-9804-005C-D62DDB55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A448AF-1020-1780-58A8-D3A85B90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AA0C83-112C-FF70-4AE8-A5B83356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86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68495-9D3C-0672-5FA8-03DEC241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60393F-7D11-3006-A02F-41274F93B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667413-5B3D-2734-B605-4473DC7D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20FA4F-D5C0-12B0-E178-81FBC781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476260-37C0-2FD8-62FD-CEC55EAE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15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45474F-C2D0-6729-54FB-8260E41E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0A77FC-7835-C769-9C52-D6E991ED33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427565-A0E7-0875-2B34-2D6CDD6CD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FFB6D2-9E5B-5097-B446-70FBCCC1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C7D6F-3E19-D19F-4EFF-C211456DC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6B50C3-9DBF-675B-0BDE-BC60E97F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70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F8A8F-7E54-1123-3A65-533AA137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707006-2B40-B4B0-651A-5A509796F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647A6D-D6B7-4E4D-82AB-5B0446252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2678347-C726-29E5-3B0A-7F1E57D05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855326-8919-9377-6943-E3CF82B1D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FC10D95-E31F-A743-BFFF-5CA87CD8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0662DD1-7173-DFD0-364B-C09565D3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1A66C8C-81B7-6837-0141-36A76A72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187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B933E-391E-9D46-9E32-45896DD6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A86F04-4515-E12F-76FB-DA17DB26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8CD8EB-3D74-6E4A-CD1D-DF02A0BA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3F1A57-D60C-C0F9-1C84-7563C2E7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86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E62A1FA-CFF3-4C84-8FF5-DA1FFC1A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10911A-5F75-C775-CF6D-7C047C66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962FAE-E601-387A-5415-5445F40D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876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B515F-6D84-E856-6004-2B1968CB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2A4AC5-8C8E-8A48-EFC3-CB092409D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011A66-7039-BB6C-1D5D-9D3150B4B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2DDCB9-8355-A118-1D94-EFC17F84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328B60-0EF7-4169-F77B-612A9F27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4EB1A0-E9D6-DFA9-8C16-6B6A0203E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57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66B49-09EF-AF5F-7682-B42B1A83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154BE2-8A8C-2CC4-2DEE-57EABDD20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32EEF1-9625-F5FB-B815-FDFA31B1A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A40909-DFB6-8254-81B0-B8C0CAFC6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5AAE4F-ACDF-B729-88F5-A3FF438E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AB9C4CE-983B-3E65-D00E-6569B321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55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0F0A1-C7B0-E036-9637-0293550A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D281DB-67CB-E2BA-39EB-944B5D282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3F7C95-0D27-D882-04B0-38640CAC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868C0B-5E4D-04EB-A21C-B7D62D60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45B652-92F5-CE4E-5ACD-1314C9B58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78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1EF8D7-49EF-EE02-6383-6406722D3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2CBF358-9A4B-3BA1-3511-94E06ED09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60D31D-FAA5-5B2B-3119-B43ED460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4B6B8E-66C5-626C-E3A2-AD42E757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9D0167-AB62-182A-31E8-A6701D7A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86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9B0C2A-9711-1E29-5B43-7BA99E72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9DBC71-AD4D-1875-F1D9-EB6DFFEC7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2B7007-C777-E7CF-3D9D-974F0F562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1A89B-5D19-4D66-A414-C87E9C209857}" type="datetimeFigureOut">
              <a:rPr lang="pt-BR" smtClean="0"/>
              <a:t>27/02/2023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1273DB-9196-BB38-400F-3A5C88A5A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E83605-F384-9B6C-AD49-3769C7E9B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C68FB-F6D8-4DD1-A560-B1EB6019655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34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1C897582-CB19-41B5-9426-8BD7BD008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71106" cy="4631426"/>
          </a:xfrm>
          <a:custGeom>
            <a:avLst/>
            <a:gdLst>
              <a:gd name="connsiteX0" fmla="*/ 0 w 5471106"/>
              <a:gd name="connsiteY0" fmla="*/ 3301451 h 4631426"/>
              <a:gd name="connsiteX1" fmla="*/ 125703 w 5471106"/>
              <a:gd name="connsiteY1" fmla="*/ 3469551 h 4631426"/>
              <a:gd name="connsiteX2" fmla="*/ 584138 w 5471106"/>
              <a:gd name="connsiteY2" fmla="*/ 3917166 h 4631426"/>
              <a:gd name="connsiteX3" fmla="*/ 716463 w 5471106"/>
              <a:gd name="connsiteY3" fmla="*/ 4010064 h 4631426"/>
              <a:gd name="connsiteX4" fmla="*/ 705202 w 5471106"/>
              <a:gd name="connsiteY4" fmla="*/ 4016176 h 4631426"/>
              <a:gd name="connsiteX5" fmla="*/ 671370 w 5471106"/>
              <a:gd name="connsiteY5" fmla="*/ 4044091 h 4631426"/>
              <a:gd name="connsiteX6" fmla="*/ 656526 w 5471106"/>
              <a:gd name="connsiteY6" fmla="*/ 4066106 h 4631426"/>
              <a:gd name="connsiteX7" fmla="*/ 534490 w 5471106"/>
              <a:gd name="connsiteY7" fmla="*/ 3980431 h 4631426"/>
              <a:gd name="connsiteX8" fmla="*/ 63650 w 5471106"/>
              <a:gd name="connsiteY8" fmla="*/ 3520703 h 4631426"/>
              <a:gd name="connsiteX9" fmla="*/ 0 w 5471106"/>
              <a:gd name="connsiteY9" fmla="*/ 3435586 h 4631426"/>
              <a:gd name="connsiteX10" fmla="*/ 4933182 w 5471106"/>
              <a:gd name="connsiteY10" fmla="*/ 0 h 4631426"/>
              <a:gd name="connsiteX11" fmla="*/ 5027180 w 5471106"/>
              <a:gd name="connsiteY11" fmla="*/ 0 h 4631426"/>
              <a:gd name="connsiteX12" fmla="*/ 5102720 w 5471106"/>
              <a:gd name="connsiteY12" fmla="*/ 124342 h 4631426"/>
              <a:gd name="connsiteX13" fmla="*/ 5471106 w 5471106"/>
              <a:gd name="connsiteY13" fmla="*/ 1579210 h 4631426"/>
              <a:gd name="connsiteX14" fmla="*/ 2418889 w 5471106"/>
              <a:gd name="connsiteY14" fmla="*/ 4631426 h 4631426"/>
              <a:gd name="connsiteX15" fmla="*/ 1095627 w 5471106"/>
              <a:gd name="connsiteY15" fmla="*/ 4330445 h 4631426"/>
              <a:gd name="connsiteX16" fmla="*/ 1039194 w 5471106"/>
              <a:gd name="connsiteY16" fmla="*/ 4301325 h 4631426"/>
              <a:gd name="connsiteX17" fmla="*/ 1043650 w 5471106"/>
              <a:gd name="connsiteY17" fmla="*/ 4294717 h 4631426"/>
              <a:gd name="connsiteX18" fmla="*/ 1056970 w 5471106"/>
              <a:gd name="connsiteY18" fmla="*/ 4251806 h 4631426"/>
              <a:gd name="connsiteX19" fmla="*/ 1060016 w 5471106"/>
              <a:gd name="connsiteY19" fmla="*/ 4221593 h 4631426"/>
              <a:gd name="connsiteX20" fmla="*/ 1130491 w 5471106"/>
              <a:gd name="connsiteY20" fmla="*/ 4257958 h 4631426"/>
              <a:gd name="connsiteX21" fmla="*/ 2418889 w 5471106"/>
              <a:gd name="connsiteY21" fmla="*/ 4551009 h 4631426"/>
              <a:gd name="connsiteX22" fmla="*/ 5390689 w 5471106"/>
              <a:gd name="connsiteY22" fmla="*/ 1579210 h 4631426"/>
              <a:gd name="connsiteX23" fmla="*/ 5032009 w 5471106"/>
              <a:gd name="connsiteY23" fmla="*/ 162673 h 463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471106" h="4631426">
                <a:moveTo>
                  <a:pt x="0" y="3301451"/>
                </a:moveTo>
                <a:lnTo>
                  <a:pt x="125703" y="3469551"/>
                </a:lnTo>
                <a:cubicBezTo>
                  <a:pt x="261971" y="3634670"/>
                  <a:pt x="415728" y="3784820"/>
                  <a:pt x="584138" y="3917166"/>
                </a:cubicBezTo>
                <a:lnTo>
                  <a:pt x="716463" y="4010064"/>
                </a:lnTo>
                <a:lnTo>
                  <a:pt x="705202" y="4016176"/>
                </a:lnTo>
                <a:cubicBezTo>
                  <a:pt x="693040" y="4024393"/>
                  <a:pt x="681712" y="4033748"/>
                  <a:pt x="671370" y="4044091"/>
                </a:cubicBezTo>
                <a:lnTo>
                  <a:pt x="656526" y="4066106"/>
                </a:lnTo>
                <a:lnTo>
                  <a:pt x="534490" y="3980431"/>
                </a:lnTo>
                <a:cubicBezTo>
                  <a:pt x="361523" y="3844503"/>
                  <a:pt x="203605" y="3690290"/>
                  <a:pt x="63650" y="3520703"/>
                </a:cubicBezTo>
                <a:lnTo>
                  <a:pt x="0" y="3435586"/>
                </a:lnTo>
                <a:close/>
                <a:moveTo>
                  <a:pt x="4933182" y="0"/>
                </a:moveTo>
                <a:lnTo>
                  <a:pt x="5027180" y="0"/>
                </a:lnTo>
                <a:lnTo>
                  <a:pt x="5102720" y="124342"/>
                </a:lnTo>
                <a:cubicBezTo>
                  <a:pt x="5337656" y="556821"/>
                  <a:pt x="5471106" y="1052431"/>
                  <a:pt x="5471106" y="1579210"/>
                </a:cubicBezTo>
                <a:cubicBezTo>
                  <a:pt x="5471106" y="3264903"/>
                  <a:pt x="4104582" y="4631426"/>
                  <a:pt x="2418889" y="4631426"/>
                </a:cubicBezTo>
                <a:cubicBezTo>
                  <a:pt x="1944788" y="4631426"/>
                  <a:pt x="1495934" y="4523332"/>
                  <a:pt x="1095627" y="4330445"/>
                </a:cubicBezTo>
                <a:lnTo>
                  <a:pt x="1039194" y="4301325"/>
                </a:lnTo>
                <a:lnTo>
                  <a:pt x="1043650" y="4294717"/>
                </a:lnTo>
                <a:cubicBezTo>
                  <a:pt x="1049433" y="4281042"/>
                  <a:pt x="1053925" y="4266687"/>
                  <a:pt x="1056970" y="4251806"/>
                </a:cubicBezTo>
                <a:lnTo>
                  <a:pt x="1060016" y="4221593"/>
                </a:lnTo>
                <a:lnTo>
                  <a:pt x="1130491" y="4257958"/>
                </a:lnTo>
                <a:cubicBezTo>
                  <a:pt x="1520251" y="4445763"/>
                  <a:pt x="1957279" y="4551009"/>
                  <a:pt x="2418889" y="4551009"/>
                </a:cubicBezTo>
                <a:cubicBezTo>
                  <a:pt x="4060169" y="4551009"/>
                  <a:pt x="5390689" y="3220490"/>
                  <a:pt x="5390689" y="1579210"/>
                </a:cubicBezTo>
                <a:cubicBezTo>
                  <a:pt x="5390689" y="1066310"/>
                  <a:pt x="5260755" y="583758"/>
                  <a:pt x="5032009" y="1626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0E7066FC-B004-4B5A-B02B-599B51EF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3120" y="515619"/>
            <a:ext cx="365760" cy="365760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GitHub">
            <a:extLst>
              <a:ext uri="{FF2B5EF4-FFF2-40B4-BE49-F238E27FC236}">
                <a16:creationId xmlns:a16="http://schemas.microsoft.com/office/drawing/2014/main" id="{47BFC14A-46CE-4595-2459-599D7DC9D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1113" y="965201"/>
            <a:ext cx="8799285" cy="49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B6B897F-F236-2891-BC46-A8D59AB982A3}"/>
              </a:ext>
            </a:extLst>
          </p:cNvPr>
          <p:cNvSpPr txBox="1"/>
          <p:nvPr/>
        </p:nvSpPr>
        <p:spPr>
          <a:xfrm>
            <a:off x="904875" y="581025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cs typeface="Calibri"/>
              </a:rPr>
              <a:t>Prof. Claudio Lima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806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67351C-1BE0-8BB7-F088-D0E545B6FF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9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66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A0F7BFC-9B43-9185-F05F-3E426401F4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6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36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148BC2D4-C9FC-8619-67EF-720ABF519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95" b="818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0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735F61C-B8D2-0C62-0A44-EEEC89198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328144"/>
            <a:ext cx="9812297" cy="620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04D91A-E97F-AD50-76B4-1375F6123F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65" b="5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9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D4FDEE-C1F1-D604-ACF9-0588DB22CF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26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0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75100-B20C-077B-42A3-0034876A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7E3636-1EAF-F779-B3F7-3E202E36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02095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455DF38-9792-C308-4CE9-AD5A4DD09547}"/>
              </a:ext>
            </a:extLst>
          </p:cNvPr>
          <p:cNvCxnSpPr/>
          <p:nvPr/>
        </p:nvCxnSpPr>
        <p:spPr>
          <a:xfrm flipV="1">
            <a:off x="11135360" y="956786"/>
            <a:ext cx="0" cy="662782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8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8E983F7E-6990-9BBB-44B0-C92CD09B46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381" b="76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CD16B75-9AAD-2CF7-CC70-BFFA8227F5A6}"/>
              </a:ext>
            </a:extLst>
          </p:cNvPr>
          <p:cNvCxnSpPr/>
          <p:nvPr/>
        </p:nvCxnSpPr>
        <p:spPr>
          <a:xfrm flipV="1">
            <a:off x="8382000" y="5161280"/>
            <a:ext cx="0" cy="70104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38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elular com fundo preto&#10;&#10;Descrição gerada automaticamente">
            <a:extLst>
              <a:ext uri="{FF2B5EF4-FFF2-40B4-BE49-F238E27FC236}">
                <a16:creationId xmlns:a16="http://schemas.microsoft.com/office/drawing/2014/main" id="{44967E4D-5CC7-FA50-0F68-397C30B24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178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Peixe azul em fundo branco&#10;&#10;Descrição gerada automaticamente com confiança média">
            <a:extLst>
              <a:ext uri="{FF2B5EF4-FFF2-40B4-BE49-F238E27FC236}">
                <a16:creationId xmlns:a16="http://schemas.microsoft.com/office/drawing/2014/main" id="{2255D580-F060-6645-C65E-8D87A39BF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5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59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Forma&#10;&#10;Descrição gerada automaticamente">
            <a:extLst>
              <a:ext uri="{FF2B5EF4-FFF2-40B4-BE49-F238E27FC236}">
                <a16:creationId xmlns:a16="http://schemas.microsoft.com/office/drawing/2014/main" id="{3F82124B-6896-CA0A-2E5C-580DA23E7B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45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45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BDBB1DA-4223-D9DD-5E78-4ED23ED13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4" y="402448"/>
            <a:ext cx="11418825" cy="63641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C02CF77-FA2A-2E26-CFA2-B31E1D8751B1}"/>
              </a:ext>
            </a:extLst>
          </p:cNvPr>
          <p:cNvSpPr txBox="1"/>
          <p:nvPr/>
        </p:nvSpPr>
        <p:spPr>
          <a:xfrm>
            <a:off x="252728" y="91440"/>
            <a:ext cx="3071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https://code.visualstudio.com/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116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593979B8-850C-5A5D-CB5C-F259ACCC6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01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21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Texto&#10;&#10;Descrição gerada automaticamente com confiança baixa">
            <a:extLst>
              <a:ext uri="{FF2B5EF4-FFF2-40B4-BE49-F238E27FC236}">
                <a16:creationId xmlns:a16="http://schemas.microsoft.com/office/drawing/2014/main" id="{2B9A30FA-2B86-355F-F110-4DD6131B92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0" b="3439"/>
          <a:stretch/>
        </p:blipFill>
        <p:spPr>
          <a:xfrm>
            <a:off x="264180" y="492681"/>
            <a:ext cx="11318220" cy="636531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F4322AA-5F88-EFB2-3733-E860368F3D87}"/>
              </a:ext>
            </a:extLst>
          </p:cNvPr>
          <p:cNvSpPr txBox="1"/>
          <p:nvPr/>
        </p:nvSpPr>
        <p:spPr>
          <a:xfrm>
            <a:off x="264180" y="123349"/>
            <a:ext cx="2134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https://git-scm.com/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0937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3E21EBDF-CC33-C94F-7A6D-0A7D0BEB46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28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76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4CC41C70-F605-B268-AE5A-832DB3F18E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12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60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11E37DEE-9865-41E6-CF03-63CE92BC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549" y="643467"/>
            <a:ext cx="7096901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5788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E29968E-4C2E-CE19-C7F7-7615FE648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213" y="643467"/>
            <a:ext cx="7119573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2580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99AED4-5530-C6DC-F95D-3A232AD3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320" y="643467"/>
            <a:ext cx="7165360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6356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8F5AFA-C42B-E4D8-A428-A4EFA87C0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426" y="643467"/>
            <a:ext cx="723514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29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7690799-49B7-8C57-7E1C-BFBFB41FE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64" y="643467"/>
            <a:ext cx="718847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91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75518018-0A7B-68C1-096D-A8A57B0AE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781" y="643467"/>
            <a:ext cx="7282438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685C5A8-F954-8C3D-AFDE-B809D4E549BA}"/>
              </a:ext>
            </a:extLst>
          </p:cNvPr>
          <p:cNvCxnSpPr/>
          <p:nvPr/>
        </p:nvCxnSpPr>
        <p:spPr>
          <a:xfrm flipH="1">
            <a:off x="9235440" y="2286000"/>
            <a:ext cx="199136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707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58CCF47-29FB-B6B1-625F-A758ED83E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213" y="643467"/>
            <a:ext cx="7119573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2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129EA89-31E4-A946-D7CD-9BB410984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94" y="568960"/>
            <a:ext cx="11624211" cy="600456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7166E3C-94C9-AA56-712D-5F20CB80B845}"/>
              </a:ext>
            </a:extLst>
          </p:cNvPr>
          <p:cNvSpPr txBox="1"/>
          <p:nvPr/>
        </p:nvSpPr>
        <p:spPr>
          <a:xfrm>
            <a:off x="193040" y="199628"/>
            <a:ext cx="2869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linkClick r:id="rId3"/>
              </a:rPr>
              <a:t>https://desktop.github.com/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3411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03707C-95D1-A055-A808-983E6C686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063" y="643467"/>
            <a:ext cx="6155874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20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131339B-24B9-35B8-2D68-41DDCE09C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05" y="643467"/>
            <a:ext cx="898558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356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14392D18-F3BA-55C6-05C4-5887CDC42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44" y="643467"/>
            <a:ext cx="8637312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46024060-CA34-D5F9-F444-1BAEC48AC9F4}"/>
              </a:ext>
            </a:extLst>
          </p:cNvPr>
          <p:cNvCxnSpPr/>
          <p:nvPr/>
        </p:nvCxnSpPr>
        <p:spPr>
          <a:xfrm flipH="1">
            <a:off x="6451600" y="3789680"/>
            <a:ext cx="152474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120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8ED0F7-D7F1-79BE-D6B8-192AA998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527" y="643467"/>
            <a:ext cx="813294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983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DB3880-D6D0-3356-A580-43E5C10E3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537" y="643467"/>
            <a:ext cx="6172925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20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66D468F5-C1DB-C4CA-D147-E565C5AC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279" y="643467"/>
            <a:ext cx="8505441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0986C9C9-4A2E-B0FF-8321-A7C38A80CB5B}"/>
              </a:ext>
            </a:extLst>
          </p:cNvPr>
          <p:cNvCxnSpPr/>
          <p:nvPr/>
        </p:nvCxnSpPr>
        <p:spPr>
          <a:xfrm flipH="1">
            <a:off x="10200640" y="2895600"/>
            <a:ext cx="1036320" cy="3352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588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A0A7C2B5-AB34-946F-B19E-A9183B6E8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95" y="643467"/>
            <a:ext cx="8441009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03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C0805B5F-CC1B-CED4-8A9E-8702B04A8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039" y="643467"/>
            <a:ext cx="801592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85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0BDF4A-A71A-1FC3-CB4F-65EC6C65A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715" y="643467"/>
            <a:ext cx="7846570" cy="5571065"/>
          </a:xfrm>
          <a:prstGeom prst="rect">
            <a:avLst/>
          </a:prstGeom>
          <a:ln>
            <a:noFill/>
          </a:ln>
        </p:spPr>
      </p:pic>
      <p:sp>
        <p:nvSpPr>
          <p:cNvPr id="30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554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dc41f4-6dba-4979-aec0-e702e52013cd">
      <Terms xmlns="http://schemas.microsoft.com/office/infopath/2007/PartnerControls"/>
    </lcf76f155ced4ddcb4097134ff3c332f>
    <TaxCatchAll xmlns="4c24305b-3a8f-420f-955e-2e1a5a939de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9E313FD6ADE849BAEED697C47F167F" ma:contentTypeVersion="10" ma:contentTypeDescription="Create a new document." ma:contentTypeScope="" ma:versionID="abdf137c0cdd24478ea3f3cd84fced53">
  <xsd:schema xmlns:xsd="http://www.w3.org/2001/XMLSchema" xmlns:xs="http://www.w3.org/2001/XMLSchema" xmlns:p="http://schemas.microsoft.com/office/2006/metadata/properties" xmlns:ns2="13dc41f4-6dba-4979-aec0-e702e52013cd" xmlns:ns3="4c24305b-3a8f-420f-955e-2e1a5a939de2" targetNamespace="http://schemas.microsoft.com/office/2006/metadata/properties" ma:root="true" ma:fieldsID="ac1a384290b9953d3b957649bea6c657" ns2:_="" ns3:_="">
    <xsd:import namespace="13dc41f4-6dba-4979-aec0-e702e52013cd"/>
    <xsd:import namespace="4c24305b-3a8f-420f-955e-2e1a5a939d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dc41f4-6dba-4979-aec0-e702e52013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24305b-3a8f-420f-955e-2e1a5a939d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859e84-79e1-4ec5-9f8e-64cfb80bb68f}" ma:internalName="TaxCatchAll" ma:showField="CatchAllData" ma:web="4c24305b-3a8f-420f-955e-2e1a5a939d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1BCF62-C580-49D0-A812-73BDCD1D150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2308490-43BC-475E-9175-73C5C6CD77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0942FE-4753-422D-9485-C0A44B6223D2}"/>
</file>

<file path=docProps/app.xml><?xml version="1.0" encoding="utf-8"?>
<Properties xmlns="http://schemas.openxmlformats.org/officeDocument/2006/extended-properties" xmlns:vt="http://schemas.openxmlformats.org/officeDocument/2006/docPropsVTypes">
  <TotalTime>4758</TotalTime>
  <Words>22</Words>
  <Application>Microsoft Office PowerPoint</Application>
  <PresentationFormat>Widescreen</PresentationFormat>
  <Paragraphs>3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CLAUDIO ETELVINO DE LIMA</dc:creator>
  <cp:lastModifiedBy>CLAUDIO ETELVINO DE LIMA</cp:lastModifiedBy>
  <cp:revision>26</cp:revision>
  <dcterms:created xsi:type="dcterms:W3CDTF">2022-09-05T18:18:15Z</dcterms:created>
  <dcterms:modified xsi:type="dcterms:W3CDTF">2023-02-27T17:31:24Z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0x010100029E313FD6ADE849BAEED697C47F167F</vt:lpwstr>
  </property>
</Properties>
</file>