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ED259-55F1-472C-8542-75E1FF013BB6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22A01-528F-44BA-9400-D5452A2898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2741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Sugestão de conteúdo (Markdown):</a:t>
            </a:r>
          </a:p>
          <a:p>
            <a:r>
              <a:t># Meu Repositório GitHub Web</a:t>
            </a:r>
          </a:p>
          <a:p>
            <a:endParaRPr/>
          </a:p>
          <a:p>
            <a:r>
              <a:t>## Sobre</a:t>
            </a:r>
          </a:p>
          <a:p>
            <a:r>
              <a:t>Atividade prática da disciplina.</a:t>
            </a:r>
          </a:p>
          <a:p>
            <a:endParaRPr/>
          </a:p>
          <a:p>
            <a:r>
              <a:t>## Tecnologias</a:t>
            </a:r>
          </a:p>
          <a:p>
            <a:r>
              <a:t>- GitHub</a:t>
            </a:r>
          </a:p>
          <a:p>
            <a:r>
              <a:t>- Markdown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HTML sugerido:</a:t>
            </a:r>
          </a:p>
          <a:p>
            <a:r>
              <a:t>&lt;!DOCTYPE html&gt;</a:t>
            </a:r>
          </a:p>
          <a:p>
            <a:r>
              <a:t>&lt;html&gt;</a:t>
            </a:r>
          </a:p>
          <a:p>
            <a:r>
              <a:t>&lt;head&gt;</a:t>
            </a:r>
          </a:p>
          <a:p>
            <a:r>
              <a:t>    &lt;title&gt;Minha Página&lt;/title&gt;</a:t>
            </a:r>
          </a:p>
          <a:p>
            <a:r>
              <a:t>&lt;/head&gt;</a:t>
            </a:r>
          </a:p>
          <a:p>
            <a:r>
              <a:t>&lt;body&gt;</a:t>
            </a:r>
          </a:p>
          <a:p>
            <a:r>
              <a:t>    &lt;h1&gt;GitHub Web&lt;/h1&gt;</a:t>
            </a:r>
          </a:p>
          <a:p>
            <a:r>
              <a:t>&lt;/body&gt;</a:t>
            </a:r>
          </a:p>
          <a:p>
            <a:r>
              <a:t>&lt;/html&gt;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/>
              <a:t>Atividade Prática: GitHub Web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505A64"/>
                </a:solidFill>
              </a:rPr>
              <a:t>Do zero ao repositório completo • Roteiro “print a print”, checklist e critérios (0–10 + bônus)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da atividade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4181C"/>
                </a:solidFill>
              </a:defRPr>
            </a:pPr>
            <a:r>
              <a:t>Usar o GitHub 100% pelo navegador para organizar e versionar um projeto.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Praticar: criar repositório, editar README, criar pastas/arquivos, upload, colaboradores e exclusão (simulação).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Entregar evidências (prints) + link do repositório.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Regras rápidas (para a turma)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4181C"/>
                </a:solidFill>
              </a:defRPr>
            </a:pPr>
            <a:r>
              <a:t>Repositório deve ser público (salvo orientação do professor).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Commits com mensagens claras (ex.: “Cria README”, “Adiciona index.html”).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Print obrigatório de cada etapa listada no checklist.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Entrega: 1 PDF com prints + link do repositório.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086" y="1920240"/>
            <a:ext cx="88283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 err="1"/>
              <a:t>Roteiro</a:t>
            </a:r>
            <a:r>
              <a:rPr dirty="0"/>
              <a:t> “Print a Print” (GitHub Web)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1 — Criar repositório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4181C"/>
                </a:solidFill>
              </a:defRPr>
            </a:pPr>
            <a:r>
              <a:t>GitHub → botão “+” → New repository.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Nome: github-web-seu-nome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Descrição: Atividade prática GitHub Web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Marcar: Public + Add a README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Create repository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PRINT 1: tela antes do Create | PRINT 2: repositório criado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2 — Editar README.md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4181C"/>
                </a:solidFill>
              </a:defRPr>
            </a:pPr>
            <a:r>
              <a:t>Abrir README.md → ícone ✏️ (Edit).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Adicionar título, seção “Sobre” e “Tecnologias” (Markdown).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Commit changes.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PRINT 3: edição | PRINT 4: README atualizado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3 — Criar pasta aulas/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4181C"/>
                </a:solidFill>
              </a:defRPr>
            </a:pPr>
            <a:r>
              <a:t>Add file → Create new file.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Nome: aulas/README.md (isso cria a pasta).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Conteúdo: “# Pasta Aulas”.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Commit changes.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PRINT 5: criação | PRINT 6: pasta aparecendo no repositório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4 — Criar arquivo HTML (na pasta aulas)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4181C"/>
                </a:solidFill>
              </a:defRPr>
            </a:pPr>
            <a:r>
              <a:t>Entrar em aulas/ → Add file → Create new file.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Nome: index.html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Adicionar HTML básico (ver notas).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Commit changes.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PRINT 7: código | PRINT 8: arquivo listado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5 — Upload de arquivo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4181C"/>
                </a:solidFill>
              </a:defRPr>
            </a:pPr>
            <a:r>
              <a:t>Add file → Upload files.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Enviar 1 imagem (.png/.jpg) ou 1 PDF curto.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Commit changes.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PRINT 9: tela de upload | PRINT 10: arquivo no repositório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6 — Adicionar colaborador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4181C"/>
                </a:solidFill>
              </a:defRPr>
            </a:pPr>
            <a:r>
              <a:t>Settings → Collaborators (ou Access → Collaborators).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Add people → buscar usuário do professor/colega.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Enviar convite (a pessoa precisa aceitar).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PRINT 11: tela do convite enviado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7 — Excluir repositório (SIMULAÇÃO)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4181C"/>
                </a:solidFill>
              </a:defRPr>
            </a:pPr>
            <a:r>
              <a:t>Settings → rolar até “Danger Zone”.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Mostrar a área “Delete this repository”.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NÃO excluir sem autorização do professor.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PRINT 12: tela do Danger Zone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Entrega e Avaliação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" y="91440"/>
            <a:ext cx="891322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181C"/>
                </a:solidFill>
              </a:defRPr>
            </a:pPr>
            <a:r>
              <a:rPr dirty="0"/>
              <a:t>Checklist de </a:t>
            </a:r>
            <a:r>
              <a:rPr dirty="0" err="1"/>
              <a:t>entrega</a:t>
            </a:r>
            <a:r>
              <a:rPr dirty="0"/>
              <a:t> (o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estar</a:t>
            </a:r>
            <a:r>
              <a:rPr dirty="0"/>
              <a:t> no PDF)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1920" y="1099457"/>
            <a:ext cx="8771709" cy="5758543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987987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181C"/>
                </a:solidFill>
              </a:defRPr>
            </a:pPr>
            <a:r>
              <a:rPr dirty="0"/>
              <a:t>☐ Print 1: </a:t>
            </a:r>
            <a:r>
              <a:rPr dirty="0" err="1"/>
              <a:t>tela</a:t>
            </a:r>
            <a:r>
              <a:rPr dirty="0"/>
              <a:t> de </a:t>
            </a:r>
            <a:r>
              <a:rPr dirty="0" err="1"/>
              <a:t>criação</a:t>
            </a:r>
            <a:r>
              <a:rPr dirty="0"/>
              <a:t> do </a:t>
            </a:r>
            <a:r>
              <a:rPr dirty="0" err="1"/>
              <a:t>repositório</a:t>
            </a:r>
            <a:r>
              <a:rPr dirty="0"/>
              <a:t> (antes do Create)</a:t>
            </a:r>
          </a:p>
          <a:p>
            <a:pPr>
              <a:spcAft>
                <a:spcPts val="600"/>
              </a:spcAft>
              <a:defRPr sz="2000">
                <a:solidFill>
                  <a:srgbClr val="14181C"/>
                </a:solidFill>
              </a:defRPr>
            </a:pPr>
            <a:r>
              <a:rPr dirty="0"/>
              <a:t>☐ Print 2: </a:t>
            </a:r>
            <a:r>
              <a:rPr dirty="0" err="1"/>
              <a:t>repositório</a:t>
            </a:r>
            <a:r>
              <a:rPr dirty="0"/>
              <a:t> </a:t>
            </a:r>
            <a:r>
              <a:rPr dirty="0" err="1"/>
              <a:t>criado</a:t>
            </a:r>
            <a:r>
              <a:rPr dirty="0"/>
              <a:t> (home do repo)</a:t>
            </a:r>
          </a:p>
          <a:p>
            <a:pPr>
              <a:spcAft>
                <a:spcPts val="600"/>
              </a:spcAft>
              <a:defRPr sz="2000">
                <a:solidFill>
                  <a:srgbClr val="14181C"/>
                </a:solidFill>
              </a:defRPr>
            </a:pPr>
            <a:r>
              <a:rPr dirty="0"/>
              <a:t>☐ Print 3: </a:t>
            </a:r>
            <a:r>
              <a:rPr dirty="0" err="1"/>
              <a:t>edição</a:t>
            </a:r>
            <a:r>
              <a:rPr dirty="0"/>
              <a:t> do README</a:t>
            </a:r>
          </a:p>
          <a:p>
            <a:pPr>
              <a:spcAft>
                <a:spcPts val="600"/>
              </a:spcAft>
              <a:defRPr sz="2000">
                <a:solidFill>
                  <a:srgbClr val="14181C"/>
                </a:solidFill>
              </a:defRPr>
            </a:pPr>
            <a:r>
              <a:rPr dirty="0"/>
              <a:t>☐ Print 4: README </a:t>
            </a:r>
            <a:r>
              <a:rPr dirty="0" err="1"/>
              <a:t>atualizado</a:t>
            </a:r>
            <a:endParaRPr dirty="0"/>
          </a:p>
          <a:p>
            <a:pPr>
              <a:spcAft>
                <a:spcPts val="600"/>
              </a:spcAft>
              <a:defRPr sz="2000">
                <a:solidFill>
                  <a:srgbClr val="14181C"/>
                </a:solidFill>
              </a:defRPr>
            </a:pPr>
            <a:r>
              <a:rPr dirty="0"/>
              <a:t>☐ Print 5: </a:t>
            </a:r>
            <a:r>
              <a:rPr dirty="0" err="1"/>
              <a:t>criação</a:t>
            </a:r>
            <a:r>
              <a:rPr dirty="0"/>
              <a:t> da pasta (aulas/README.md)</a:t>
            </a:r>
          </a:p>
          <a:p>
            <a:pPr>
              <a:spcAft>
                <a:spcPts val="600"/>
              </a:spcAft>
              <a:defRPr sz="2000">
                <a:solidFill>
                  <a:srgbClr val="14181C"/>
                </a:solidFill>
              </a:defRPr>
            </a:pPr>
            <a:r>
              <a:rPr dirty="0"/>
              <a:t>☐ Print 6: </a:t>
            </a:r>
            <a:r>
              <a:rPr dirty="0" err="1"/>
              <a:t>estrutura</a:t>
            </a:r>
            <a:r>
              <a:rPr dirty="0"/>
              <a:t> </a:t>
            </a:r>
            <a:r>
              <a:rPr dirty="0" err="1"/>
              <a:t>mostrando</a:t>
            </a:r>
            <a:r>
              <a:rPr dirty="0"/>
              <a:t> a pasta </a:t>
            </a:r>
            <a:r>
              <a:rPr dirty="0" err="1"/>
              <a:t>criada</a:t>
            </a:r>
            <a:endParaRPr dirty="0"/>
          </a:p>
          <a:p>
            <a:pPr>
              <a:spcAft>
                <a:spcPts val="600"/>
              </a:spcAft>
              <a:defRPr sz="2000">
                <a:solidFill>
                  <a:srgbClr val="14181C"/>
                </a:solidFill>
              </a:defRPr>
            </a:pPr>
            <a:r>
              <a:rPr dirty="0"/>
              <a:t>☐ Print 7: </a:t>
            </a:r>
            <a:r>
              <a:rPr dirty="0" err="1"/>
              <a:t>código</a:t>
            </a:r>
            <a:r>
              <a:rPr dirty="0"/>
              <a:t> do index.html</a:t>
            </a:r>
          </a:p>
          <a:p>
            <a:pPr>
              <a:spcAft>
                <a:spcPts val="600"/>
              </a:spcAft>
              <a:defRPr sz="2000">
                <a:solidFill>
                  <a:srgbClr val="14181C"/>
                </a:solidFill>
              </a:defRPr>
            </a:pPr>
            <a:r>
              <a:rPr dirty="0"/>
              <a:t>☐ Print 8: </a:t>
            </a:r>
            <a:r>
              <a:rPr dirty="0" err="1"/>
              <a:t>arquivo</a:t>
            </a:r>
            <a:r>
              <a:rPr dirty="0"/>
              <a:t> index.html </a:t>
            </a:r>
            <a:r>
              <a:rPr dirty="0" err="1"/>
              <a:t>listado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pasta aulas/</a:t>
            </a:r>
          </a:p>
          <a:p>
            <a:pPr>
              <a:spcAft>
                <a:spcPts val="600"/>
              </a:spcAft>
              <a:defRPr sz="2000">
                <a:solidFill>
                  <a:srgbClr val="14181C"/>
                </a:solidFill>
              </a:defRPr>
            </a:pPr>
            <a:r>
              <a:rPr dirty="0"/>
              <a:t>☐ Print 9: </a:t>
            </a:r>
            <a:r>
              <a:rPr dirty="0" err="1"/>
              <a:t>tela</a:t>
            </a:r>
            <a:r>
              <a:rPr dirty="0"/>
              <a:t> de upload de </a:t>
            </a:r>
            <a:r>
              <a:rPr dirty="0" err="1"/>
              <a:t>arquivo</a:t>
            </a:r>
            <a:endParaRPr dirty="0"/>
          </a:p>
          <a:p>
            <a:pPr>
              <a:spcAft>
                <a:spcPts val="600"/>
              </a:spcAft>
              <a:defRPr sz="2000">
                <a:solidFill>
                  <a:srgbClr val="14181C"/>
                </a:solidFill>
              </a:defRPr>
            </a:pPr>
            <a:r>
              <a:rPr dirty="0"/>
              <a:t>☐ Print 10: </a:t>
            </a:r>
            <a:r>
              <a:rPr dirty="0" err="1"/>
              <a:t>arquivo</a:t>
            </a:r>
            <a:r>
              <a:rPr dirty="0"/>
              <a:t> </a:t>
            </a:r>
            <a:r>
              <a:rPr dirty="0" err="1"/>
              <a:t>após</a:t>
            </a:r>
            <a:r>
              <a:rPr dirty="0"/>
              <a:t> upload no </a:t>
            </a:r>
            <a:r>
              <a:rPr dirty="0" err="1"/>
              <a:t>repositório</a:t>
            </a:r>
            <a:endParaRPr dirty="0"/>
          </a:p>
          <a:p>
            <a:pPr>
              <a:spcAft>
                <a:spcPts val="600"/>
              </a:spcAft>
              <a:defRPr sz="2000">
                <a:solidFill>
                  <a:srgbClr val="14181C"/>
                </a:solidFill>
              </a:defRPr>
            </a:pPr>
            <a:r>
              <a:rPr dirty="0"/>
              <a:t>☐ Print 11: </a:t>
            </a:r>
            <a:r>
              <a:rPr dirty="0" err="1"/>
              <a:t>convite</a:t>
            </a:r>
            <a:r>
              <a:rPr dirty="0"/>
              <a:t> de </a:t>
            </a:r>
            <a:r>
              <a:rPr dirty="0" err="1"/>
              <a:t>colaborador</a:t>
            </a:r>
            <a:r>
              <a:rPr dirty="0"/>
              <a:t> </a:t>
            </a:r>
            <a:r>
              <a:rPr dirty="0" err="1"/>
              <a:t>enviado</a:t>
            </a:r>
            <a:endParaRPr dirty="0"/>
          </a:p>
          <a:p>
            <a:pPr>
              <a:spcAft>
                <a:spcPts val="600"/>
              </a:spcAft>
              <a:defRPr sz="2000">
                <a:solidFill>
                  <a:srgbClr val="14181C"/>
                </a:solidFill>
              </a:defRPr>
            </a:pPr>
            <a:r>
              <a:rPr dirty="0"/>
              <a:t>☐ Print 12: </a:t>
            </a:r>
            <a:r>
              <a:rPr dirty="0" err="1"/>
              <a:t>tela</a:t>
            </a:r>
            <a:r>
              <a:rPr dirty="0"/>
              <a:t> “Danger Zone” (</a:t>
            </a:r>
            <a:r>
              <a:rPr dirty="0" err="1"/>
              <a:t>simulação</a:t>
            </a:r>
            <a:r>
              <a:rPr dirty="0"/>
              <a:t> de </a:t>
            </a:r>
            <a:r>
              <a:rPr dirty="0" err="1"/>
              <a:t>exclusão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2000">
                <a:solidFill>
                  <a:srgbClr val="14181C"/>
                </a:solidFill>
              </a:defRPr>
            </a:pPr>
            <a:r>
              <a:rPr dirty="0"/>
              <a:t>☐ Link </a:t>
            </a:r>
            <a:r>
              <a:rPr dirty="0" err="1"/>
              <a:t>público</a:t>
            </a:r>
            <a:r>
              <a:rPr dirty="0"/>
              <a:t> do </a:t>
            </a:r>
            <a:r>
              <a:rPr dirty="0" err="1"/>
              <a:t>repositório</a:t>
            </a:r>
            <a:r>
              <a:rPr dirty="0"/>
              <a:t> (</a:t>
            </a:r>
            <a:r>
              <a:rPr dirty="0" err="1"/>
              <a:t>colocar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capa</a:t>
            </a:r>
            <a:r>
              <a:rPr dirty="0"/>
              <a:t> do PDF)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7733"/>
          </a:xfrm>
        </p:spPr>
        <p:txBody>
          <a:bodyPr>
            <a:normAutofit fontScale="90000"/>
          </a:bodyPr>
          <a:lstStyle/>
          <a:p>
            <a:r>
              <a:rPr dirty="0" err="1"/>
              <a:t>Critérios</a:t>
            </a:r>
            <a:r>
              <a:rPr dirty="0"/>
              <a:t> de </a:t>
            </a:r>
            <a:r>
              <a:rPr dirty="0" err="1"/>
              <a:t>avaliação</a:t>
            </a:r>
            <a:r>
              <a:rPr dirty="0"/>
              <a:t> (0–10 </a:t>
            </a:r>
            <a:r>
              <a:rPr dirty="0" err="1"/>
              <a:t>pontos</a:t>
            </a:r>
            <a:r>
              <a:rPr dirty="0"/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905924"/>
              </p:ext>
            </p:extLst>
          </p:nvPr>
        </p:nvGraphicFramePr>
        <p:xfrm>
          <a:off x="326571" y="1417638"/>
          <a:ext cx="8634549" cy="5165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2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397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Critério</a:t>
                      </a:r>
                      <a:endParaRPr dirty="0"/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Pontos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97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Repositório criado corretamente (nome, público, README)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1,0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97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README bem estruturado (título, seções, lista)</a:t>
                      </a:r>
                    </a:p>
                  </a:txBody>
                  <a:tcPr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1,5</a:t>
                      </a:r>
                    </a:p>
                  </a:txBody>
                  <a:tcPr>
                    <a:solidFill>
                      <a:srgbClr val="FC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97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Organização de pastas (pasta aulas/ criada corretamente)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1,5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97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Arquivo HTML válido e commitado</a:t>
                      </a:r>
                    </a:p>
                  </a:txBody>
                  <a:tcPr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2,0</a:t>
                      </a:r>
                    </a:p>
                  </a:txBody>
                  <a:tcPr>
                    <a:solidFill>
                      <a:srgbClr val="FC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97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Upload de arquivo correto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1,0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97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Colaborador adicionado (convite enviado)</a:t>
                      </a:r>
                    </a:p>
                  </a:txBody>
                  <a:tcPr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1,0</a:t>
                      </a:r>
                    </a:p>
                  </a:txBody>
                  <a:tcPr>
                    <a:solidFill>
                      <a:srgbClr val="FC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397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PDF com prints organizados e legíveis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1,5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397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t>Organização e clareza geral (padrão de commits e limpeza)</a:t>
                      </a:r>
                    </a:p>
                  </a:txBody>
                  <a:tcPr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4181C"/>
                          </a:solidFill>
                        </a:defRPr>
                      </a:pPr>
                      <a:r>
                        <a:rPr dirty="0"/>
                        <a:t>0,5</a:t>
                      </a:r>
                    </a:p>
                  </a:txBody>
                  <a:tcPr>
                    <a:solidFill>
                      <a:srgbClr val="FC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Desafio extra (Bônus +1,0)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4181C"/>
                </a:solidFill>
              </a:defRPr>
            </a:pPr>
            <a:r>
              <a:t>Criar pasta projetos/ (com um arquivo dentro).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Criar arquivo projetos/sobre.html (com conteúdo simples).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Melhorar README: adicionar emojis e uma lista de objetivos.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Opcional: adicionar um badge (ex.: Shields.io) no README.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Dicas para o aluno (o que mais dá erro)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4181C"/>
                </a:solidFill>
              </a:defRPr>
            </a:pPr>
            <a:r>
              <a:t>“Pasta vazia” não existe no GitHub — crie com um arquivo dentro (ex.: .gitkeep).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Sempre finalize com Commit changes — senão não salva.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Print precisa mostrar a barra do navegador ou o nome do repo para comprovar.</a:t>
            </a:r>
          </a:p>
          <a:p>
            <a:pPr>
              <a:defRPr sz="2000">
                <a:solidFill>
                  <a:srgbClr val="14181C"/>
                </a:solidFill>
              </a:defRPr>
            </a:pPr>
            <a:r>
              <a:t>Mensagens de commit devem descrever a mudança.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853</Words>
  <Application>Microsoft Office PowerPoint</Application>
  <PresentationFormat>Apresentação na tela (4:3)</PresentationFormat>
  <Paragraphs>114</Paragraphs>
  <Slides>16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Atividade Prática: GitHub Web</vt:lpstr>
      <vt:lpstr>Objetivo da atividade</vt:lpstr>
      <vt:lpstr>Regras rápidas (para a turma)</vt:lpstr>
      <vt:lpstr>Apresentação do PowerPoint</vt:lpstr>
      <vt:lpstr>Etapa 1 — Criar repositório</vt:lpstr>
      <vt:lpstr>Etapa 2 — Editar README.md</vt:lpstr>
      <vt:lpstr>Etapa 3 — Criar pasta aulas/</vt:lpstr>
      <vt:lpstr>Etapa 4 — Criar arquivo HTML (na pasta aulas)</vt:lpstr>
      <vt:lpstr>Etapa 5 — Upload de arquivo</vt:lpstr>
      <vt:lpstr>Etapa 6 — Adicionar colaborador</vt:lpstr>
      <vt:lpstr>Etapa 7 — Excluir repositório (SIMULAÇÃO)</vt:lpstr>
      <vt:lpstr>Apresentação do PowerPoint</vt:lpstr>
      <vt:lpstr>Apresentação do PowerPoint</vt:lpstr>
      <vt:lpstr>Critérios de avaliação (0–10 pontos)</vt:lpstr>
      <vt:lpstr>Desafio extra (Bônus +1,0)</vt:lpstr>
      <vt:lpstr>Dicas para o aluno (o que mais dá erro)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CLAUDIO ETELVINO DE LIMA</cp:lastModifiedBy>
  <cp:revision>2</cp:revision>
  <dcterms:created xsi:type="dcterms:W3CDTF">2013-01-27T09:14:16Z</dcterms:created>
  <dcterms:modified xsi:type="dcterms:W3CDTF">2026-02-27T11:20:37Z</dcterms:modified>
  <cp:category/>
</cp:coreProperties>
</file>